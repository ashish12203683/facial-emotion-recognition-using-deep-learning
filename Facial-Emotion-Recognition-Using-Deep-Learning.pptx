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36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0633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89" y="2047651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Facial Emotion Recognition Using Deep Learning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5219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by. Ashish Kumar Singh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7B1AE4-D086-0C1C-CF1B-2DDAE8E7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05" y="2047651"/>
            <a:ext cx="4886325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8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52969"/>
            <a:ext cx="115859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Challenge: Capturing Human Emotion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4837390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837390"/>
            <a:ext cx="121920" cy="24743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5094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 Variations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1142524" y="560284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Facial emotions are influenced by lighting, pose, and expression intensity, making accurate recognition difficult.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4837390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2" y="4837390"/>
            <a:ext cx="121920" cy="24743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65696" y="5094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Manual Limitations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5565696" y="560284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bg1"/>
                </a:solidFill>
              </a:rPr>
              <a:t> Manual classification of emotions is unreliable and highly time-consuming for large datasets</a:t>
            </a:r>
          </a:p>
        </p:txBody>
      </p:sp>
      <p:sp>
        <p:nvSpPr>
          <p:cNvPr id="12" name="Shape 7"/>
          <p:cNvSpPr/>
          <p:nvPr/>
        </p:nvSpPr>
        <p:spPr>
          <a:xfrm>
            <a:off x="9640133" y="4837390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53" y="4837390"/>
            <a:ext cx="121920" cy="24743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88868" y="50946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Goal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9988868" y="560284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robust deep learning model for precise classification of seven core human emotions.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683" y="398859"/>
            <a:ext cx="6534745" cy="47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Overview: Training the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684" y="1222772"/>
            <a:ext cx="5677964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dataset comprises thousands of facial images, </a:t>
            </a:r>
            <a:r>
              <a:rPr lang="en-US" dirty="0" err="1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categorised</a:t>
            </a: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seven distinct emotion classes: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684" y="4543154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684" y="4183531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Disgust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684" y="2253350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683" y="2665095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683" y="3031881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3667" y="3424313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3668" y="3780188"/>
            <a:ext cx="6630591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Surprise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682" y="5086873"/>
            <a:ext cx="3311282" cy="201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images reflect natural variations in expressions, crucial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real-world applicability.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109" y="224984"/>
            <a:ext cx="6630591" cy="663059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-202322" y="7039272"/>
            <a:ext cx="13615035" cy="999053"/>
          </a:xfrm>
          <a:prstGeom prst="roundRect">
            <a:avLst>
              <a:gd name="adj" fmla="val 6099"/>
            </a:avLst>
          </a:prstGeom>
          <a:solidFill>
            <a:srgbClr val="1C113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01" y="8394383"/>
            <a:ext cx="237887" cy="19038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5606" y="8393430"/>
            <a:ext cx="190392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35606" y="8776335"/>
            <a:ext cx="1294209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undergo resizing, normalisation, and augmentation to enhance model robustness. An 80/20 split ensures rigorous training and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7661"/>
            <a:ext cx="958869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Methodology: Our Approach 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59248"/>
            <a:ext cx="226814" cy="22681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840593"/>
            <a:ext cx="4196358" cy="30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0149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93790" y="352305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and meticulous preprocessing of the comprehensive dataset.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6962" y="2559248"/>
            <a:ext cx="226814" cy="22681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962" y="2840593"/>
            <a:ext cx="4196358" cy="30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16962" y="30149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Training</a:t>
            </a:r>
            <a:endParaRPr lang="en-US" sz="2300" dirty="0"/>
          </a:p>
        </p:txBody>
      </p:sp>
      <p:sp>
        <p:nvSpPr>
          <p:cNvPr id="10" name="Text 4"/>
          <p:cNvSpPr/>
          <p:nvPr/>
        </p:nvSpPr>
        <p:spPr>
          <a:xfrm>
            <a:off x="5216962" y="352305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four distinct deep learning models: Perceptron, MLP, CNN, and VGG16.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0133" y="2559248"/>
            <a:ext cx="226814" cy="226814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2840593"/>
            <a:ext cx="4196358" cy="304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640133" y="30149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Augmentation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9640133" y="352305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data augmentation techniques to significantly improve model generalisation and robustness.</a:t>
            </a:r>
            <a:endParaRPr lang="en-US" sz="17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790" y="5036939"/>
            <a:ext cx="226814" cy="22681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790" y="5340906"/>
            <a:ext cx="6407944" cy="3048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93790" y="55379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Evaluation Metrics</a:t>
            </a:r>
            <a:endParaRPr lang="en-US" sz="2300" dirty="0"/>
          </a:p>
        </p:txBody>
      </p:sp>
      <p:sp>
        <p:nvSpPr>
          <p:cNvPr id="18" name="Text 8"/>
          <p:cNvSpPr/>
          <p:nvPr/>
        </p:nvSpPr>
        <p:spPr>
          <a:xfrm>
            <a:off x="793790" y="604611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Assessing performance using accuracy, loss metrics, and detailed confusion matrices.</a:t>
            </a:r>
            <a:endParaRPr lang="en-US" sz="17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28548" y="5036939"/>
            <a:ext cx="226814" cy="226814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8548" y="5340906"/>
            <a:ext cx="6407944" cy="3048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7428548" y="55379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Comparative Analysis</a:t>
            </a:r>
            <a:endParaRPr lang="en-US" sz="2300" dirty="0"/>
          </a:p>
        </p:txBody>
      </p:sp>
      <p:sp>
        <p:nvSpPr>
          <p:cNvPr id="22" name="Text 10"/>
          <p:cNvSpPr/>
          <p:nvPr/>
        </p:nvSpPr>
        <p:spPr>
          <a:xfrm>
            <a:off x="7428548" y="604611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Rigorous comparison of results to identify the optimal model for facial emotion recognition.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307" y="432316"/>
            <a:ext cx="772858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Performance: A Comparative View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50307" y="1262658"/>
            <a:ext cx="1352978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the improvement in accuracy as model complexity scales, from basic perceptrons to advanced convolutional networks.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" y="2130013"/>
            <a:ext cx="13529786" cy="5437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04" y="416600"/>
            <a:ext cx="7639288" cy="49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 vs. VGG16: Understanding Confusion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04" y="1292543"/>
            <a:ext cx="251221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 Confusion Matrix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530304" y="1742242"/>
            <a:ext cx="6600111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CNN model demonstrates strong overall performance but exhibits some confusion between closely related emotions like 'Fear' and 'Surprise'.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3" y="2378512"/>
            <a:ext cx="6600111" cy="4612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07605" y="1292543"/>
            <a:ext cx="271831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VGG16 Confusion Matrix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07605" y="1742242"/>
            <a:ext cx="6600111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transfer learning, VGG16 achieves the highest accuracy with minimal confusion, clearly separating all seven emotion classes.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605" y="2397442"/>
            <a:ext cx="6600111" cy="45938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04" y="8606195"/>
            <a:ext cx="13569791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VGG16's deeper architecture and pre-trained weights significantly reduce misclassifications.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038" y="539115"/>
            <a:ext cx="9129832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Learning Progression: Accuracy &amp; Loss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686038" y="1672233"/>
            <a:ext cx="4583192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vs. Validation Accuracy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6038" y="2254091"/>
            <a:ext cx="6390084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graph illustrates the learning progression of our best model, showing consistent improvement in both training and validation accuracy over epochs.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38" y="3426542"/>
            <a:ext cx="6390084" cy="3801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61898" y="1672233"/>
            <a:ext cx="3916323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vs. Validation Loss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561898" y="2254091"/>
            <a:ext cx="6390084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stable decline in both training and validation loss confirms proper model convergence without significant overfitting.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898" y="3102054"/>
            <a:ext cx="6390084" cy="39404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038" y="7658457"/>
            <a:ext cx="13258324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metrics are vital for ensuring the model generalises well to unseen data.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58" y="10758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1132" y="886897"/>
            <a:ext cx="7714536" cy="1339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Conclusion: Robust FER for Real-World Use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01132" y="2533055"/>
            <a:ext cx="3755112" cy="2187893"/>
          </a:xfrm>
          <a:prstGeom prst="roundRect">
            <a:avLst>
              <a:gd name="adj" fmla="val 224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2944" y="2744867"/>
            <a:ext cx="307002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Basic Models Inadequate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12944" y="3202305"/>
            <a:ext cx="3331488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Perceptron and MLP models struggle with the complexity of image data, resulting in poor performance.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437" y="2533055"/>
            <a:ext cx="3755231" cy="2187893"/>
          </a:xfrm>
          <a:prstGeom prst="roundRect">
            <a:avLst>
              <a:gd name="adj" fmla="val 22402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72249" y="2744867"/>
            <a:ext cx="2680335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CNN's Breakthrough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72249" y="3202305"/>
            <a:ext cx="3331607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Convolutional Neural Networks (CNNs) effectively extract spatial features, leading to a significant boost in accuracy for FER.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1132" y="4925139"/>
            <a:ext cx="7714536" cy="1534477"/>
          </a:xfrm>
          <a:prstGeom prst="roundRect">
            <a:avLst>
              <a:gd name="adj" fmla="val 31941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2944" y="5136952"/>
            <a:ext cx="2680335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VGG16: The Apex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12944" y="5594390"/>
            <a:ext cx="729091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VGG16, enhanced by transfer learning, achieves unparalleled performance (90-97% accuracy), making it ideal for robust FER applications.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1132" y="6689288"/>
            <a:ext cx="771453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final VGG16-based model is highly robust, suitable for diverse real-world facial emotion recognition scenarios.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473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 Kumar</cp:lastModifiedBy>
  <cp:revision>6</cp:revision>
  <dcterms:created xsi:type="dcterms:W3CDTF">2025-11-17T06:50:10Z</dcterms:created>
  <dcterms:modified xsi:type="dcterms:W3CDTF">2025-11-17T15:15:02Z</dcterms:modified>
</cp:coreProperties>
</file>